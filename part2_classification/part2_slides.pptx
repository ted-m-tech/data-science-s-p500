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Part 2: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Predicting S&amp;P 500 Stock Price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Dataset: S&amp;P 500 Stocks (Kaggle)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Calibri"/>
              </a:defRPr>
            </a:pPr>
            <a: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- Same S&amp;P 500 subset (top 50 companies, 2018-present)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Target: binary -- 1 (UP) if next-day close &gt; today, 0 (DOWN)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Class balance: ~52% UP, ~48% DOWN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- 13 technical indicator features: RSI, SMA ratio, momentum, volatility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F1 Score as primary metric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Calibri"/>
              </a:defRPr>
            </a:pPr>
            <a:r>
              <a:t>Feature Correlation with Target</a:t>
            </a:r>
          </a:p>
        </p:txBody>
      </p:sp>
      <p:pic>
        <p:nvPicPr>
          <p:cNvPr id="3" name="Picture 2" descr="figur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400800" cy="3818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Weak correlations reflect randomness of daily price movements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Calibri"/>
              </a:defRPr>
            </a:pPr>
            <a:r>
              <a:t>Models Trained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- Logistic Regression (max_iter=1000)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SVC (StandardScaler pipeline, RBF kernel)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Decision Tree (max_depth=10)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Random Forest (n_estimators=200, max_depth=15)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Neural Network (Keras, 3 layers, sigmoid output, StandardScaler)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Calibri"/>
              </a:defRPr>
            </a:pPr>
            <a:r>
              <a:t>Hyperparameter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- Model tuned: Random Forest Classifier via GridSearchCV (3-fold, scoring=f1)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Parameters: n_estimators [100,200,300], max_depth [10,15,20,None], min_samples_split [2,5,10]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Best: n_estimators=300, max_depth=10, min_samples_split=10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Improvement: F1 0.6638 -&gt; 0.6778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Calibri"/>
              </a:defRPr>
            </a:pPr>
            <a:r>
              <a:t>Results (sorted by F1 Score)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Calibri"/>
                        </a:defRPr>
                      </a:pPr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0.5277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0.6829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0.5288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0.9636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Random Forest (Tuned)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0.5355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0.6778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0.5346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0.9259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0.5284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0.6730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0.5307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0.9196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0.5293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0.6689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0.5320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0.9009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Neural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0.5181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0.5730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0.5382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0.6126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Calibri"/>
              </a:defRPr>
            </a:pPr>
            <a:r>
              <a:t>Accuracy vs F1 Score</a:t>
            </a:r>
          </a:p>
        </p:txBody>
      </p:sp>
      <p:pic>
        <p:nvPicPr>
          <p:cNvPr id="3" name="Picture 2" descr="figur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400800" cy="31761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Calibri"/>
              </a:defRPr>
            </a:pPr>
            <a:r>
              <a:t>Confusion Matrix (Tuned RF)</a:t>
            </a:r>
          </a:p>
        </p:txBody>
      </p:sp>
      <p:pic>
        <p:nvPicPr>
          <p:cNvPr id="3" name="Picture 2" descr="figur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400800" cy="50285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Slight bias toward predicting 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Calibri"/>
              </a:defRPr>
            </a:pPr>
            <a:r>
              <a:t>Key Findings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- All models ~53% accuracy -- only slightly above random (50%)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Logistic Regression: best F1 (0.6829), very high recall (0.9636)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Daily stock direction is essentially a random walk with slight upward drift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Complex models did not outperform logistic baseline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Recommended: Logistic Regression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