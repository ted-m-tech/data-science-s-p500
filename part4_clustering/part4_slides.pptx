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Part 4: Clustering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Grouping S&amp;P 500 Companies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Dataset: S&amp;P 500 Stocks (Kaggle)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Calibri"/>
              </a:defRPr>
            </a:pPr>
            <a: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- 11 numeric features: return, volatility, volume, market cap, EBITDA, etc.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Fully unsupervised -- no target variable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Combined daily stock aggregates with company fundamentals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StandardScaler applied before all clustering algorithms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PCA (2D) for visualization; clustering on full 11 features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Calibri"/>
              </a:defRPr>
            </a:pPr>
            <a:r>
              <a:t>PCA Projection</a:t>
            </a:r>
          </a:p>
        </p:txBody>
      </p:sp>
      <p:pic>
        <p:nvPicPr>
          <p:cNvPr id="3" name="Picture 2" descr="figur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6400800" cy="44656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Mega-cap tech companies clearly separated from the main cluster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Calibri"/>
              </a:defRPr>
            </a:pPr>
            <a:r>
              <a:t>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- K-Means: tested k=2 to 10, Elbow Method + Silhouette Scores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DBSCAN: varied eps (0.5-5.0), min_samples (3,5,7,10)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Agglomerative: 3 linkage methods (ward, complete, average) x k=2 to 5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Selected best by Silhouette Score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Calibri"/>
              </a:defRPr>
            </a:pPr>
            <a:r>
              <a:t>K-Means: Elbow and Silhouette</a:t>
            </a:r>
          </a:p>
        </p:txBody>
      </p:sp>
      <p:pic>
        <p:nvPicPr>
          <p:cNvPr id="3" name="Picture 2" descr="figur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6400800" cy="22563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Both indicate k=2 as optimal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Calibri"/>
              </a:defRPr>
            </a:pPr>
            <a:r>
              <a:t>Clustering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latin typeface="Calibri"/>
                        </a:defRPr>
                      </a:pPr>
                      <a:r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Calibri"/>
                        </a:defRPr>
                      </a:pPr>
                      <a:r>
                        <a:t>Clusters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Calibri"/>
                        </a:defRPr>
                      </a:pPr>
                      <a:r>
                        <a:t>Silhouette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Calibri"/>
                        </a:defRPr>
                      </a:pPr>
                      <a:r>
                        <a:t>Observation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K-Means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0.7226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Clean separation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DBSCAN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0.3622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131 noise points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Agglomerative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0.8072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Average linkage, best score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Calibri"/>
              </a:defRPr>
            </a:pPr>
            <a:r>
              <a:t>All Clustering Results</a:t>
            </a:r>
          </a:p>
        </p:txBody>
      </p:sp>
      <p:pic>
        <p:nvPicPr>
          <p:cNvPr id="3" name="Picture 2" descr="figur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6400800" cy="19813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K-Means and Agglomerative produce similar 2-cluster solutions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- Natural 2-cluster split: mega-cap tech vs. rest of S&amp;P 500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Driven by Market Cap, EBITDA, and Index Weight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DBSCAN identified 131 noise points (26% of companies)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Dendrogram reveals hierarchical sub-group structures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Average linkage with k=2 gave highest Silhouette (0.807)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- Recommended: Agglomerative Clustering (Average Linkage)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Highest Silhouette Score (0.8072), cleanest 2-cluster solution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Hierarchical structure provides dendrogram for sub-group analysis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- 2-cluster solution useful for portfolio diversification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Finer clustering (k=3-5) could separate growth vs. value vs. defensive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