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3: Time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Forecasting the S&amp;P 500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Dataset: S&amp;P 500 Stocks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S&amp;P 500 index daily values (Dec 2014 - Dec 2024)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- 2,517 data points with genuine daily time index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Target: S&amp;P 500 index value (continuous, sequential)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Chronological 80/20 split -- no shuffling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Stationarity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- ADF test on raw series: statistic=0.545, p=0.986 -- not stationary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After first-order differencing: statistic=-15.941, p~0.0 -- stationary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- Volatility clusters visible (e.g., 2020 COVID crash)</a:t>
            </a:r>
          </a:p>
        </p:txBody>
      </p:sp>
      <p:pic>
        <p:nvPicPr>
          <p:cNvPr id="4" name="Picture 3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023360" cy="1418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ARIMA: manual grid search over (p,d,q), best = ARIMA(2,1,2), AIC=20,119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Random Forest: 9 lag/rolling features (lag_1 to lag_7, rolling mean/std)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Pipeline: StandardScaler -&gt; Random Forest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GridSearchCV with TimeSeriesSplit (3 splits)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Best RF params: n_estimators=200, max_depth=20, min_samples_split=2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352.39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544.17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352.39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544.17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ML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ARIMA(2,1,2)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1012.39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1202.29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Classical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Actual vs Forecasts</a:t>
            </a:r>
          </a:p>
        </p:txBody>
      </p:sp>
      <p:pic>
        <p:nvPicPr>
          <p:cNvPr id="3" name="Picture 2" descr="figur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2779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Random Forest tracks actual values closely; ARIMA diverges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MAE and RMSE Comparison</a:t>
            </a:r>
          </a:p>
        </p:txBody>
      </p:sp>
      <p:pic>
        <p:nvPicPr>
          <p:cNvPr id="3" name="Picture 2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2256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Random Forest outperformed ARIMA -- 55% RMSE improvement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ARIMA degrades over long horizons (projects flat trend)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RF with lag features captures upward trajectory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Tuned RF matched default -- parameters were already near-optimal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Recommended: Random Forest with Lag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RMSE improvement: 1202 -&gt; 544 (55% better than ARIMA)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ARIMA remains valuable for short-term (1-5 step) forecasts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Combining both approaches could yield best practical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